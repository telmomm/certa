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06402eb-64f8-07e2-d9c6-30d888c072df}">
          <p14:sldIdLst>
            <p14:sldId id="256"/>
            <p14:sldId id="257"/>
          </p14:sldIdLst>
        </p14:section>
        <p14:section name="Section" id="{46a303a5-ca01-200c-f061-7a7cf8439ba8}">
          <p14:sldIdLst>
            <p14:sldId id="258"/>
            <p14:sldId id="259"/>
            <p14:sldId id="260"/>
            <p14:sldId id="261"/>
          </p14:sldIdLst>
        </p14:section>
        <p14:section name="Closing" id="{4b5446ae-ca86-452d-ea84-6d7531b4dea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layout: title, subtitle and a line with author, event and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Content layout: title and a body placeholder for 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ERTA-Title-image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pn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png"/><Relationship Id="rId2" Type="http://schemas.openxmlformats.org/officeDocument/2006/relationships/image" Target="../media/CERTA-Closing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A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lmomm/Desktop/CERTA/docs/assets/logo/certa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926080" cy="9235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886200"/>
            <a:ext cx="8686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Subtitle</a:t>
            </a:r>
            <a:endParaRPr lang="en-US" sz="2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120640"/>
            <a:ext cx="86868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Name Surname · Event · Date</a:t>
            </a: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A Section">
    <p:bg>
      <p:bgPr>
        <a:solidFill>
          <a:srgbClr val="0B2D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lmomm/Desktop/CERTA/docs/assets/logo/certa-mark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411480"/>
            <a:ext cx="685800" cy="64922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011680"/>
            <a:ext cx="2743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5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260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CERTA · Certified, Embedded, Risk-aware Test design for Analog circuits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A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lmomm/Desktop/CERTA/docs/assets/logo/cert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11480"/>
            <a:ext cx="548640" cy="5212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title: the message of the slide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Text</a:t>
            </a: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CERTA · Certified, Embedded, Risk-aware Test design for Analog circuits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A Two column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lmomm/Desktop/CERTA/docs/assets/logo/cert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11480"/>
            <a:ext cx="548640" cy="5212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title: the message of the slide</a:t>
            </a: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Left column</a:t>
            </a:r>
            <a:endParaRPr lang="en-US" sz="1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Right column</a:t>
            </a: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CERTA · Certified, Embedded, Risk-aware Test design for Analog circuits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A 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lmomm/Desktop/CERTA/docs/assets/logo/certa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411480"/>
            <a:ext cx="548640" cy="52120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Slide title: the message of the slide</a:t>
            </a: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CERTA · Certified, Embedded, Risk-aware Test design for Analog circuits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RTA 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lmomm/Desktop/CERTA/docs/assets/logo/certa-logo-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2926080" cy="923544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377440"/>
            <a:ext cx="8686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566160"/>
            <a:ext cx="86868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Contact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28600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Presentation title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886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One sentence that says what the presentation is about</a:t>
            </a:r>
            <a:endParaRPr lang="en-US" sz="2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5120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400" dirty="0">
                <a:solidFill>
                  <a:schemeClr val="accent1"/>
                </a:solidFill>
              </a:rPr>
              <a:t>Name Surname · Event or meeting · Date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Each slide carries one message, written as its title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The title states the message; the body supports it with a figure, a table or a few points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Body text from 16 pt upwards; at most five points per slide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Footer, logo and slide number come from the layout: do not add them by hand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Layouts: Title, Section, Content, Two columns, Title only and Closing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201168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260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Section title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E6EEF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Title only: cards, icons or figures on a free canvas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4" name="icon 1" descr="/Users/telmomm/Desktop/CERTA/docs/assets/icons/test-b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11680"/>
            <a:ext cx="822960" cy="822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Joint design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3611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Node, stimulus and measured feature chosen at once</a:t>
            </a:r>
            <a:endParaRPr lang="en-US" sz="1500" dirty="0"/>
          </a:p>
        </p:txBody>
      </p:sp>
      <p:sp>
        <p:nvSpPr>
          <p:cNvPr id="7" name="card 2"/>
          <p:cNvSpPr/>
          <p:nvPr/>
        </p:nvSpPr>
        <p:spPr>
          <a:xfrm>
            <a:off x="3364992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8" name="icon 2" descr="/Users/telmomm/Desktop/CERTA/docs/assets/icons/embedded-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11680"/>
            <a:ext cx="822960" cy="8229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639312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Embedded cost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3639312" y="3611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The real cost of the measurement hardware</a:t>
            </a:r>
            <a:endParaRPr lang="en-US" sz="1500" dirty="0"/>
          </a:p>
        </p:txBody>
      </p:sp>
      <p:sp>
        <p:nvSpPr>
          <p:cNvPr id="11" name="card 3"/>
          <p:cNvSpPr/>
          <p:nvPr/>
        </p:nvSpPr>
        <p:spPr>
          <a:xfrm>
            <a:off x="6181344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icon 3" descr="/Users/telmomm/Desktop/CERTA/docs/assets/icons/risk-bo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2011680"/>
            <a:ext cx="822960" cy="8229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55664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Risk-weighted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6455664" y="3611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Faults weighted by probability and severity</a:t>
            </a:r>
            <a:endParaRPr lang="en-US" sz="1500" dirty="0"/>
          </a:p>
        </p:txBody>
      </p:sp>
      <p:sp>
        <p:nvSpPr>
          <p:cNvPr id="15" name="card 4"/>
          <p:cNvSpPr/>
          <p:nvPr/>
        </p:nvSpPr>
        <p:spPr>
          <a:xfrm>
            <a:off x="8997696" y="1737360"/>
            <a:ext cx="2615184" cy="3566160"/>
          </a:xfrm>
          <a:prstGeom prst="roundRect">
            <a:avLst>
              <a:gd name="adj" fmla="val 419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6" name="icon 4" descr="/Users/telmomm/Desktop/CERTA/docs/assets/icons/certification-bo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2016" y="2011680"/>
            <a:ext cx="822960" cy="8229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9272016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Certified coverage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9272016" y="361188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Diagnostic coverage with a confidence interval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Two columns: an explanation next to its evidence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146304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Text on one side, figure or table on the other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Tables use the navy header of the documents</a:t>
            </a:r>
            <a:endParaRPr lang="en-US" sz="18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Figures come from the notebooks, exported as PNG</a:t>
            </a:r>
            <a:endParaRPr lang="en-US" sz="1800" dirty="0"/>
          </a:p>
        </p:txBody>
      </p:sp>
      <p:graphicFrame>
        <p:nvGraphicFramePr>
          <p:cNvPr id="6" name="ex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554480"/>
          <a:ext cx="53035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6459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Source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D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D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Scopus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1380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Web of Science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801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6EE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IEEE Xplore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B2B3A"/>
                          </a:solidFill>
                        </a:rPr>
                        <a:t>1033</a:t>
                      </a:r>
                      <a:endParaRPr lang="en-US" sz="1600" dirty="0"/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36576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5"/>
                </a:solidFill>
              </a:rPr>
              <a:t>Identification counts of the systematic review (WP0, T0.2)</a:t>
            </a:r>
            <a:endParaRPr lang="en-US" sz="1200" dirty="0"/>
          </a:p>
        </p:txBody>
      </p:sp>
      <p:sp>
        <p:nvSpPr>
          <p:cNvPr id="6" name="Text 0"/>
          <p:cNvSpPr/>
          <p:nvPr>
            <p:ph idx="103" type="body" hasCustomPrompt="1"/>
          </p:nvPr>
        </p:nvSpPr>
        <p:spPr>
          <a:xfrm>
            <a:off x="6309360" y="146304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4114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Key figures: one large number with a short label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194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2632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records screened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297680" y="2194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468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studies included in the first pass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0" y="219456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chemeClr val="accent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</a:t>
            </a:r>
            <a:endParaRPr lang="en-US" sz="6600" dirty="0"/>
          </a:p>
        </p:txBody>
      </p:sp>
      <p:sp>
        <p:nvSpPr>
          <p:cNvPr id="8" name="Text 6"/>
          <p:cNvSpPr txBox="1"/>
          <p:nvPr/>
        </p:nvSpPr>
        <p:spPr>
          <a:xfrm>
            <a:off x="8046720" y="342900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works in the control set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668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237744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  <p:sp>
        <p:nvSpPr>
          <p:cNvPr id="3" name="Text 0"/>
          <p:cNvSpPr/>
          <p:nvPr>
            <p:ph idx="102" type="body" hasCustomPrompt="1"/>
          </p:nvPr>
        </p:nvSpPr>
        <p:spPr>
          <a:xfrm>
            <a:off x="548640" y="3566160"/>
            <a:ext cx="8686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Name Surname · email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github.com/telmomm/CERTA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ERTA">
  <a:themeElements>
    <a:clrScheme name="CERTA">
      <a:dk1>
        <a:srgbClr val="1B2B3A"/>
      </a:dk1>
      <a:lt1>
        <a:srgbClr val="FFFFFF"/>
      </a:lt1>
      <a:dk2>
        <a:srgbClr val="0B2D4A"/>
      </a:dk2>
      <a:lt2>
        <a:srgbClr val="E6EEF6"/>
      </a:lt2>
      <a:accent1>
        <a:srgbClr val="00BFA5"/>
      </a:accent1>
      <a:accent2>
        <a:srgbClr val="00AEEF"/>
      </a:accent2>
      <a:accent3>
        <a:srgbClr val="0B2D4A"/>
      </a:accent3>
      <a:accent4>
        <a:srgbClr val="A7E3F7"/>
      </a:accent4>
      <a:accent5>
        <a:srgbClr val="56687A"/>
      </a:accent5>
      <a:accent6>
        <a:srgbClr val="0A6FB8"/>
      </a:accent6>
      <a:hlink>
        <a:srgbClr val="0A6FB8"/>
      </a:hlink>
      <a:folHlink>
        <a:srgbClr val="56687A"/>
      </a:folHlink>
    </a:clrScheme>
    <a:fontScheme name="CERTA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CERTA presentation template</dc:title>
  <dc:subject>PptxGenJS Presentation</dc:subject>
  <dc:creator>CERTA</dc:creator>
  <cp:lastModifiedBy>CERTA</cp:lastModifiedBy>
  <cp:revision>1</cp:revision>
  <dcterms:created xsi:type="dcterms:W3CDTF">2026-10-14T21:05:49Z</dcterms:created>
  <dcterms:modified xsi:type="dcterms:W3CDTF">2026-10-14T21:05:49Z</dcterms:modified>
</cp:coreProperties>
</file>